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3" r:id="rId6"/>
    <p:sldId id="284" r:id="rId7"/>
    <p:sldId id="280" r:id="rId8"/>
    <p:sldId id="275" r:id="rId9"/>
    <p:sldId id="276" r:id="rId10"/>
    <p:sldId id="285" r:id="rId11"/>
    <p:sldId id="286" r:id="rId12"/>
    <p:sldId id="290" r:id="rId13"/>
    <p:sldId id="287" r:id="rId14"/>
    <p:sldId id="288" r:id="rId15"/>
    <p:sldId id="289" r:id="rId16"/>
    <p:sldId id="291" r:id="rId17"/>
    <p:sldId id="2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83"/>
            <p14:sldId id="284"/>
          </p14:sldIdLst>
        </p14:section>
        <p14:section name="Design, Morph, Annotate, Work Together, Tell Me" id="{B9B51309-D148-4332-87C2-07BE32FBCA3B}">
          <p14:sldIdLst>
            <p14:sldId id="280"/>
            <p14:sldId id="275"/>
            <p14:sldId id="276"/>
            <p14:sldId id="285"/>
            <p14:sldId id="286"/>
            <p14:sldId id="290"/>
            <p14:sldId id="287"/>
            <p14:sldId id="288"/>
            <p14:sldId id="289"/>
            <p14:sldId id="291"/>
            <p14:sldId id="292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1" autoAdjust="0"/>
  </p:normalViewPr>
  <p:slideViewPr>
    <p:cSldViewPr snapToGrid="0">
      <p:cViewPr>
        <p:scale>
          <a:sx n="66" d="100"/>
          <a:sy n="66" d="100"/>
        </p:scale>
        <p:origin x="1330" y="307"/>
      </p:cViewPr>
      <p:guideLst>
        <p:guide orient="horz" pos="595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481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92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1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1164323"/>
            <a:ext cx="9977284" cy="1181581"/>
          </a:xfrm>
        </p:spPr>
        <p:txBody>
          <a:bodyPr anchor="ctr" anchorCtr="0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  </a:t>
            </a:r>
            <a:r>
              <a:rPr lang="en-US" sz="4400" dirty="0">
                <a:solidFill>
                  <a:schemeClr val="bg1"/>
                </a:solidFill>
              </a:rPr>
              <a:t>Fitting And Clustering- Car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38200" y="4713807"/>
            <a:ext cx="9908458" cy="1136388"/>
          </a:xfrm>
        </p:spPr>
        <p:txBody>
          <a:bodyPr>
            <a:normAutofit/>
          </a:bodyPr>
          <a:lstStyle/>
          <a:p>
            <a:r>
              <a:rPr lang="en-IN" sz="24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sz="2400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I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3024AA-0216-8065-55F9-ADBE593D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632" y="2345905"/>
            <a:ext cx="8249265" cy="271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9F23-8EA7-DF96-0D91-085C03E7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BF7F78-FD72-B8C7-BBF1-AEA500C6260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381965" y="1545508"/>
            <a:ext cx="10868627" cy="486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306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dataset includes a wide range of cars from brands like Honda, Ford, BMW, Audi, and Toyota.</a:t>
            </a:r>
          </a:p>
          <a:p>
            <a:pPr marL="285750" indent="-306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Each record has details like the make, model, year, engine size, mileage, fuel type, transmission, and price.</a:t>
            </a:r>
          </a:p>
          <a:p>
            <a:pPr marL="285750" indent="-255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data lets us explore how things like the car’s age, mileage, and engine size affect what people pay for a car.</a:t>
            </a:r>
          </a:p>
          <a:p>
            <a:pPr marL="285750" indent="-306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We’ve got examples of petrol, diesel, and electric vehicles, so it’s good for market segmentation.</a:t>
            </a:r>
          </a:p>
          <a:p>
            <a:pPr marL="285750" indent="-306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 used this data for regression and clustering to spot price trends and group similar cars together.</a:t>
            </a:r>
          </a:p>
          <a:p>
            <a:pPr marL="285750" indent="-306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Overall, it’s a great dataset for understanding real car market behavior and practicing machine learning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Dataset Link: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u="sng" dirty="0">
                <a:solidFill>
                  <a:srgbClr val="00B0F0"/>
                </a:solidFill>
                <a:latin typeface="Arial" panose="020B0604020202020204" pitchFamily="34" charset="0"/>
              </a:rPr>
              <a:t>https://www.kaggle.com/datasets/amjadzhour/car-price-prediction</a:t>
            </a: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96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99C7-2512-5FF4-29AE-2E214D69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Importing Required Libraries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28CA7D-CAE7-F08C-3A11-B182173E8795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21207" y="1348135"/>
            <a:ext cx="621388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the first step, I imported all the essential Python libraries needed for data analysis and machine learning in this project.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pandas and numpy help handle and process the data.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matplotlib and seaborn are used for making charts and visualizing patterns in the dataset.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Standard Scaler from sklearn is needed to standardize numeric values before modeling.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K Means (for clustering), PCA (for reducing data to 2D), and Linear Regression (for finding relationships) are all machine learning tools from sklearn.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Importing these libraries sets up my coding environment and allows me to perform all the steps in car price prediction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7F87C-E6A9-96DF-E3D1-41F72235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096" y="2330245"/>
            <a:ext cx="4257367" cy="186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6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Dataset Overview</a:t>
            </a: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342851" y="1472431"/>
            <a:ext cx="4799420" cy="470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2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ABBF035-4D14-6B5E-0C20-ED252502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35" y="2214393"/>
            <a:ext cx="5024279" cy="269190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4E5879B-B6D6-4A39-40E5-26444DE6ADBD}"/>
              </a:ext>
            </a:extLst>
          </p:cNvPr>
          <p:cNvSpPr txBox="1"/>
          <p:nvPr/>
        </p:nvSpPr>
        <p:spPr>
          <a:xfrm>
            <a:off x="410636" y="1203767"/>
            <a:ext cx="5585046" cy="430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dataset has several columns for each car, including Make, Model, Year, Engine Size, Mileage, Fuel Type, Transmission, and Price.</a:t>
            </a:r>
          </a:p>
          <a:p>
            <a:pPr marL="18000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loaded the dataset using pandas and displayed the first few rows to check the format and data types.</a:t>
            </a:r>
          </a:p>
          <a:p>
            <a:pPr marL="18000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Brands included are Honda, Ford, BMW, Audi, and more, giving a nice variety of vehicles.</a:t>
            </a:r>
          </a:p>
          <a:p>
            <a:pPr marL="18000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 ages range from older models (like 2004) to newer ones (like 2015) in just the first few rows.</a:t>
            </a:r>
          </a:p>
          <a:p>
            <a:pPr marL="18000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Prices in the dataset vary widely, which is good for analyzing what features influence car value.</a:t>
            </a:r>
          </a:p>
          <a:p>
            <a:pPr marL="18000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Looking at the data head helped me understand how to proceed with further analysis like plotting, regression, and clustering.</a:t>
            </a: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Types, Missing Values &amp; Statistical Summary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CDD736-E73F-7A56-6C1C-9E1A689021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1608" y="1296099"/>
            <a:ext cx="5859191" cy="5091636"/>
          </a:xfrm>
        </p:spPr>
        <p:txBody>
          <a:bodyPr>
            <a:normAutofit fontScale="55000" lnSpcReduction="20000"/>
          </a:bodyPr>
          <a:lstStyle/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 checked the data types and confirmed there are no missing values in any column—so the dataset is clean.</a:t>
            </a:r>
          </a:p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There are 1,000 car records, each with 8 columns including brand, year, engine size, mileage, fuel type, transmission, and price.</a:t>
            </a:r>
          </a:p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average (mean) car in the dataset is from the year 2010, but models range from as old as 2004 to as new as 2021.</a:t>
            </a:r>
          </a:p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Mileage varies widely, with an average of about 97,000 km—showing both lower and higher use cars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included.</a:t>
            </a:r>
          </a:p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Engine sizes range from 1.0L to 5.0L, and prices go from around 6,700 up to over 41,700 (currency units).</a:t>
            </a:r>
          </a:p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This information confirms we have a lot of diversity across years, engine sizes, and prices, making the dataset suitable for both clustering and regression analysis.</a:t>
            </a:r>
          </a:p>
          <a:p>
            <a:pPr marL="201600" indent="-244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summary statistics help set expectations for what price bands, car ages, or engine sizes might represent in later plots.</a:t>
            </a:r>
          </a:p>
          <a:p>
            <a:endParaRPr lang="en-IN" dirty="0"/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ontent Placeholder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0D85A6-3CC8-9C05-5391-0D7551A7F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30" y="1296098"/>
            <a:ext cx="5110161" cy="5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Bar Chart</a:t>
            </a: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521207" y="1458127"/>
            <a:ext cx="5131604" cy="5113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bar chart displays counts for petrol, diesel, and electric cars in the dataset.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fuel type is almost equally common, with about one-third of the cars in each group.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balanced sample allows fair comparison between the price and popularity of petrol, diesel, and electric vehicles.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Including electric vehicles highlights how car technology is changing and makes the analysis realistic for today’s market.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 comparing features across fuel types, we can find out if running on electricity, petrol, or diesel affects a car’s resale value.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information sets the foundation for clustering cars and predicting prices based on what powers them.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2" name="Content Placeholder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srgbClr val="D247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Content Placeholder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E3A5C-E795-1D64-DBC4-B4F8842BA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 flipH="1" flipV="1">
            <a:off x="9016677" y="3428998"/>
            <a:ext cx="104173" cy="969381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53ECDD-C8C5-3C7F-1879-E46C78CC1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099" y="1504681"/>
            <a:ext cx="5718389" cy="43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FDC4-80A1-EB6F-C896-3D901888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Line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F3B5-980F-835A-9372-F0C29AB80D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333446" cy="5231410"/>
          </a:xfrm>
        </p:spPr>
        <p:txBody>
          <a:bodyPr>
            <a:normAutofit fontScale="32500" lnSpcReduction="20000"/>
          </a:bodyPr>
          <a:lstStyle/>
          <a:p>
            <a:pPr marL="21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This line chart shows how the average used car price changes by model year in our dataset.</a:t>
            </a:r>
          </a:p>
          <a:p>
            <a:pPr marL="21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There’s a clear upward trend—newer cars tend to sell for much higher prices.</a:t>
            </a:r>
          </a:p>
          <a:p>
            <a:pPr marL="21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The average price moved from about 19,000 for cars from the early 2000s to over 31,000 for cars from around 2021.</a:t>
            </a:r>
          </a:p>
          <a:p>
            <a:pPr marL="21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Some small dips and jumps happen, likely due to changes in the number or types of cars for certain years.</a:t>
            </a:r>
          </a:p>
          <a:p>
            <a:pPr marL="21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This trend makes sense: people will pay more for cars that are newer or have updated features.</a:t>
            </a:r>
          </a:p>
          <a:p>
            <a:pPr marL="21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This shows that year is a very important factor when we predict price or look for car segments.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DA40E7-D08B-18CF-A19C-9EF5D666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155" y="1435608"/>
            <a:ext cx="7276493" cy="393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0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9D5A-02B8-0873-4C09-579822A2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Correlation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34D7-276E-C689-359E-4E16E24BB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7" y="1474937"/>
            <a:ext cx="4837374" cy="4935008"/>
          </a:xfrm>
        </p:spPr>
        <p:txBody>
          <a:bodyPr>
            <a:normAutofit fontScale="92500" lnSpcReduction="2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heatmap shows how four main features relate to each other and to price: year, mileage, engine size, and price.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There’s a strong positive correlation (0.61) between year and price, meaning newer cars are more expensive.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Mileage has a strong negative correlation with price (-0.56), so higher mileage cars are usually cheaper.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Engine size is moderately positively correlated with price (0.38), which could mean bigger engines often cost more.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other features like year and mileage don’t have much correlation—changes in one don’t really affect the other.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These results help confirm which features are most important for car value and for building prediction models.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D695B9-8612-27EF-D661-58070E84F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581" y="1618997"/>
            <a:ext cx="6312212" cy="45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6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3346-6917-3DA4-E064-89CA6A5C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 Selection &amp;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32EAA-927D-12AF-9E80-53D12C62A4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11046763" cy="4594803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 started by selecting only the most important numeric features for clustering: Year, Mileage, Engine Size, and Price.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 left out non-numeric columns like Brand or Fuel Type to keep the K Means input simple and reliable.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make sure all features matter equally, I used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standardize their values.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scaling step means features like Mileage (which has huge numbers) don’t overpower the others in the clustering.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Scaling is a key step before running K Means, as it prevents any one feature from dominating the results due to its scale.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By doing this, I made sure my clusters would be based on real differences in cars, not just on large numbers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524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6EFE-2F2F-DE28-2C4A-30D015AD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Elbow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0CB16-D1FF-5434-D7CB-EDDCA55ACC8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261641"/>
            <a:ext cx="4588089" cy="5296475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elbow chart helps me pick the best number of clusters (K) for grouping cars.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the Y-axis, we have “Within-Cluster Sum of Squares” (WCSS), which measures how close cars are to their cluster center.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I increase K, the WCSS gets smaller, but after a point, the improvement starts to slow down.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“elbow” or bend in the curve is where we get the most value for adding clusters before returns start to drop.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my chart, the elbow is around K=3 or K=4, which suggests that 3 or 4 groups make sense for segmenting these cars.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Picking the right K is important because it decides how well clusters show real differences in car features and prices.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A1D81-D2B3-3261-7E6B-82D5F2331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652" y="1678328"/>
            <a:ext cx="6377651" cy="44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26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4834C-BB91-D286-EC11-17F22A60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 with PCA Visualization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771C1-367D-FDAB-9028-8F286F7577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7" y="1203767"/>
            <a:ext cx="5127239" cy="5654233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I used K-Means to split the cars into 3 clusters based on year, mileage, engine size, and price.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The scatter plot shows how cars are grouped, using PCA to make it easier to see in just 2 dimensions.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Each color represents a different group of cars with similar features.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Clusters help us find patterns—for example, one group might have mostly older, high-mileage cars, while another has newer, expensive cars.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This can reveal market segments, like budget, mid-range, and premium used cars.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Understanding these clusters is important for car dealers and buyers, since it shows what types of cars are most similar in the market.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04E3D3-1AB3-5B80-834F-69F33F86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420" y="1527857"/>
            <a:ext cx="6223514" cy="427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6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220E-B2BD-B9D7-61DC-2A03BF59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Regression: Car Price vs. Mileage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20C4-BF45-902D-85C9-E57C2C1D06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796432" cy="5161962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scatter plot shows the relationship between car price (y-axis) and mileage (x-axis) for all cars in the dataset.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There’s a clear downward trend: as mileage increases, car prices tend to decrease.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red line is the linear regression fit, showing this negative correlation with a slope of about -0.05.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means that, on average, for every extra kilometer on the car, the price drops by about 0.05 units (currency).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fit line summarizes the general trend, but individual cars can still be above or below the line depending on other features.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analysis confirms that mileage is an important factor for predicting used car prices and matches what we’d expect in the real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world.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6A48F-8C12-A8FE-E4C0-0AF61D0E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928" y="1435609"/>
            <a:ext cx="6316575" cy="525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14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7800-800C-4226-C7E3-FFCFFE40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E95E-07C9-4621-F67F-5E48F175A08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0610285" cy="4591566"/>
          </a:xfrm>
        </p:spPr>
        <p:txBody>
          <a:bodyPr>
            <a:normAutofit fontScale="92500" lnSpcReduction="2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Newer cars have much higher prices—the average car price rises strongly with model year.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Mileage is a strong negative predictor—cars with more kilometers driven sell for less, confirmed by regression and correlation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Fuel type is balanced in the sample, allowing fair comparison between electric, petrol, and diesel vehicles; electric cars are well represented.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Engine size shows moderate influence—larger engines are linked with higher prices, but not as much as year or mileage.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K Means clustering (with PCA) found 3 main groups: likely “old/high mileage/cheap”, “average/mid-price”, and “new/low mileage/premium” segments.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Data preparation steps like scaling and feature selection were key for accurate clustering and regression results—explaining car market segments correctly.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2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C33F-C703-C065-C241-FA9D242F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0E2C-7345-B827-E8D4-53C64BDF7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9636891" cy="4267102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analysis clearly shows that car age and mileage have the biggest effect on resale price—newer, low-mileage cars are always worth more.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Clustering and regression worked well once I standardized features and chose the right columns, showing clear market segments in the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Fuel type—petrol, diesel, and electric—is balanced in this dataset, making comparisons fair and up-to-date.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My results match real-world expectations and can help buyers or sellers understand what matters most for car pricing.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Good data preparation and feature choice made my machine learning results much more reliable and easier to explain.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Overall, this project gave me practical insight into how data science can be used for pricing and segmenting products in the real world</a:t>
            </a:r>
          </a:p>
        </p:txBody>
      </p:sp>
    </p:spTree>
    <p:extLst>
      <p:ext uri="{BB962C8B-B14F-4D97-AF65-F5344CB8AC3E}">
        <p14:creationId xmlns:p14="http://schemas.microsoft.com/office/powerpoint/2010/main" val="10782246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{497F25A4-ACEC-4D5C-81CB-AEE617BF6190}tf10001108_win32</Template>
  <TotalTime>1841</TotalTime>
  <Words>1786</Words>
  <Application>Microsoft Office PowerPoint</Application>
  <PresentationFormat>Widescreen</PresentationFormat>
  <Paragraphs>100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Custom</vt:lpstr>
      <vt:lpstr>  Fitting And Clustering- Car Price Prediction</vt:lpstr>
      <vt:lpstr>Introduction</vt:lpstr>
      <vt:lpstr>Importing Required Libraries</vt:lpstr>
      <vt:lpstr>Dataset Overview</vt:lpstr>
      <vt:lpstr>Data Types, Missing Values &amp; Statistical Summary</vt:lpstr>
      <vt:lpstr>Bar Chart</vt:lpstr>
      <vt:lpstr>Line Chart</vt:lpstr>
      <vt:lpstr>Correlation Heatmap</vt:lpstr>
      <vt:lpstr>Feature Selection &amp; Scaling</vt:lpstr>
      <vt:lpstr>Elbow Method</vt:lpstr>
      <vt:lpstr>K-Means Clustering with PCA Visualization</vt:lpstr>
      <vt:lpstr>Linear Regression: Car Price vs. Mileage</vt:lpstr>
      <vt:lpstr>Key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Kumar Saravanamuthu</dc:creator>
  <cp:keywords/>
  <cp:lastModifiedBy>Ashwin Kumar Saravanamuthu</cp:lastModifiedBy>
  <cp:revision>4</cp:revision>
  <dcterms:created xsi:type="dcterms:W3CDTF">2025-11-13T06:28:40Z</dcterms:created>
  <dcterms:modified xsi:type="dcterms:W3CDTF">2025-11-14T13:10:22Z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